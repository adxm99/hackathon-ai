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09be4d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09be4d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09be4df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09be4df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09be4dfe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09be4dfe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09be4df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09be4df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09be4dfe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09be4dfe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09be4df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09be4df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9be4dfe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09be4dfe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09be4dfe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09be4dfe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9be4dfe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9be4dfe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09be4dfe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09be4dfe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9be4dfe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09be4dfe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3-17 1518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4354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reenshot 2026-03-17 1518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248624" cy="51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creenshot 2026-03-17 1519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8" y="43525"/>
            <a:ext cx="9056025" cy="505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creenshot 2026-03-17 1519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075" y="55313"/>
            <a:ext cx="9144000" cy="5088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6725" y="-23800"/>
            <a:ext cx="95174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Screenshot 2026-03-17 1519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8" y="45488"/>
            <a:ext cx="9084125" cy="50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Screenshot 2026-03-17 1519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7474" y="-74575"/>
            <a:ext cx="94170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 title="Screenshot 2026-03-17 1520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968" y="0"/>
            <a:ext cx="9464767" cy="5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